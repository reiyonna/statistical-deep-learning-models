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Cambria Math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749600-26A5-42B3-B797-C3186E9DCA1E}">
  <a:tblStyle styleId="{6D749600-26A5-42B3-B797-C3186E9DCA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CambriaMath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2a4f9dd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2a4f9dd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2a4f9dd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2a4f9dd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2a4f9dd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2a4f9dd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a4f9dd1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a4f9dd1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2a4f9dd1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2a4f9dd1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2a4f9dd1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2a4f9dd1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2a4f9dd1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2a4f9dd1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2a4f9dd1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2a4f9dd1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a4f9dd1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a4f9dd1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a4f9dd1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a4f9dd1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2a4f9dd1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2a4f9dd1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2a4f9dd1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2a4f9dd1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2a4f9dd1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2a4f9dd1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2a4f9dd1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2a4f9dd1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2a4f9dd1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2a4f9dd1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2a4f9dd1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2a4f9dd1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2a4f9dd1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2a4f9dd1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2a4f9dd1d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2a4f9dd1d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2a4f9dd1d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2a4f9dd1d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2a4f9dd1d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2a4f9dd1d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2a4f9dd1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2a4f9dd1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2a4f9dd1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2a4f9dd1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2a4f9dd1d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2a4f9dd1d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2a4f9dd1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42a4f9dd1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0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10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60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Restricted Boltzmann Machine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(RBM)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8600"/>
            <a:ext cx="8839200" cy="2986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75" y="740550"/>
            <a:ext cx="7656675" cy="38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25" y="188700"/>
            <a:ext cx="7290775" cy="49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426" y="247988"/>
            <a:ext cx="2951950" cy="46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Screenshot 2025-03-22 at 9.23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134" y="2998984"/>
            <a:ext cx="2012008" cy="730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 title="Screenshot 2025-03-22 at 9.23.4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00" y="2420650"/>
            <a:ext cx="6502575" cy="25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Screenshot 2025-03-22 at 1.54.5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7500" y="654450"/>
            <a:ext cx="3429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 title="Screenshot 2025-03-22 at 10.01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83" y="0"/>
            <a:ext cx="82918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676325" y="15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{6D749600-26A5-42B3-B797-C3186E9DCA1E}</a:tableStyleId>
              </a:tblPr>
              <a:tblGrid>
                <a:gridCol w="1312875"/>
                <a:gridCol w="1312875"/>
                <a:gridCol w="1312875"/>
                <a:gridCol w="1312875"/>
                <a:gridCol w="1312875"/>
                <a:gridCol w="1312875"/>
              </a:tblGrid>
              <a:tr h="54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Movie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Movie 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Movie 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Movie 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Movie 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User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User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User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2198525" y="1868250"/>
            <a:ext cx="5794200" cy="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/>
              <a:t>Contrastive Divergence</a:t>
            </a:r>
            <a:endParaRPr b="1" sz="38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0"/>
            <a:ext cx="8001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ctrTitle"/>
          </p:nvPr>
        </p:nvSpPr>
        <p:spPr>
          <a:xfrm>
            <a:off x="311700" y="1610475"/>
            <a:ext cx="8520600" cy="13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Momentum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3140"/>
            <a:ext cx="9144001" cy="397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3799"/>
            <a:ext cx="9144002" cy="43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625" y="238325"/>
            <a:ext cx="6753651" cy="450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750" y="1373100"/>
            <a:ext cx="5038500" cy="19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ctrTitle"/>
          </p:nvPr>
        </p:nvSpPr>
        <p:spPr>
          <a:xfrm>
            <a:off x="311708" y="1174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Exponentially Weighted Moving Average</a:t>
            </a:r>
            <a:endParaRPr/>
          </a:p>
        </p:txBody>
      </p:sp>
      <p:sp>
        <p:nvSpPr>
          <p:cNvPr id="145" name="Google Shape;145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44" y="0"/>
            <a:ext cx="83537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9"/>
          <p:cNvGrpSpPr/>
          <p:nvPr/>
        </p:nvGrpSpPr>
        <p:grpSpPr>
          <a:xfrm>
            <a:off x="1793400" y="1629000"/>
            <a:ext cx="6118300" cy="2393550"/>
            <a:chOff x="1793400" y="1629000"/>
            <a:chExt cx="6118300" cy="2393550"/>
          </a:xfrm>
        </p:grpSpPr>
        <p:grpSp>
          <p:nvGrpSpPr>
            <p:cNvPr id="158" name="Google Shape;158;p29"/>
            <p:cNvGrpSpPr/>
            <p:nvPr/>
          </p:nvGrpSpPr>
          <p:grpSpPr>
            <a:xfrm>
              <a:off x="1793400" y="1629000"/>
              <a:ext cx="6118300" cy="2393550"/>
              <a:chOff x="1793400" y="1629000"/>
              <a:chExt cx="6118300" cy="2393550"/>
            </a:xfrm>
          </p:grpSpPr>
          <p:pic>
            <p:nvPicPr>
              <p:cNvPr id="159" name="Google Shape;159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793400" y="1629000"/>
                <a:ext cx="6118300" cy="2393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" name="Google Shape;160;p29"/>
              <p:cNvSpPr/>
              <p:nvPr/>
            </p:nvSpPr>
            <p:spPr>
              <a:xfrm>
                <a:off x="2309000" y="2592525"/>
                <a:ext cx="822600" cy="466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3500">
                    <a:latin typeface="Cambria Math"/>
                    <a:ea typeface="Cambria Math"/>
                    <a:cs typeface="Cambria Math"/>
                    <a:sym typeface="Cambria Math"/>
                  </a:rPr>
                  <a:t>V</a:t>
                </a:r>
                <a:r>
                  <a:rPr b="1" baseline="-25000" lang="en-GB" sz="3500"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endParaRPr b="1" baseline="-25000" sz="350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p:grpSp>
        <p:sp>
          <p:nvSpPr>
            <p:cNvPr id="161" name="Google Shape;161;p29"/>
            <p:cNvSpPr/>
            <p:nvPr/>
          </p:nvSpPr>
          <p:spPr>
            <a:xfrm>
              <a:off x="4088950" y="2457475"/>
              <a:ext cx="982200" cy="68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500">
                  <a:latin typeface="Cambria Math"/>
                  <a:ea typeface="Cambria Math"/>
                  <a:cs typeface="Cambria Math"/>
                  <a:sym typeface="Cambria Math"/>
                </a:rPr>
                <a:t>V</a:t>
              </a:r>
              <a:r>
                <a:rPr b="1" baseline="-25000" lang="en-GB" sz="3500">
                  <a:latin typeface="Cambria Math"/>
                  <a:ea typeface="Cambria Math"/>
                  <a:cs typeface="Cambria Math"/>
                  <a:sym typeface="Cambria Math"/>
                </a:rPr>
                <a:t>t-1</a:t>
              </a:r>
              <a:endParaRPr b="1" baseline="-25000" sz="3500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0" title="Screenshot 2025-03-22 at 11.2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425"/>
            <a:ext cx="112395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30"/>
          <p:cNvGrpSpPr/>
          <p:nvPr/>
        </p:nvGrpSpPr>
        <p:grpSpPr>
          <a:xfrm>
            <a:off x="4354464" y="554750"/>
            <a:ext cx="4619986" cy="1522075"/>
            <a:chOff x="2309000" y="1906488"/>
            <a:chExt cx="5602699" cy="2116050"/>
          </a:xfrm>
        </p:grpSpPr>
        <p:grpSp>
          <p:nvGrpSpPr>
            <p:cNvPr id="168" name="Google Shape;168;p30"/>
            <p:cNvGrpSpPr/>
            <p:nvPr/>
          </p:nvGrpSpPr>
          <p:grpSpPr>
            <a:xfrm>
              <a:off x="2309000" y="1906488"/>
              <a:ext cx="5602699" cy="2116050"/>
              <a:chOff x="2309000" y="1906488"/>
              <a:chExt cx="5602699" cy="2116050"/>
            </a:xfrm>
          </p:grpSpPr>
          <p:pic>
            <p:nvPicPr>
              <p:cNvPr id="169" name="Google Shape;169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8424" r="0" t="11590"/>
              <a:stretch/>
            </p:blipFill>
            <p:spPr>
              <a:xfrm>
                <a:off x="2309014" y="1906488"/>
                <a:ext cx="5602686" cy="211605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70" name="Google Shape;170;p30"/>
              <p:cNvSpPr/>
              <p:nvPr/>
            </p:nvSpPr>
            <p:spPr>
              <a:xfrm>
                <a:off x="2309000" y="2592525"/>
                <a:ext cx="822600" cy="466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V</a:t>
                </a:r>
                <a:r>
                  <a:rPr b="1" baseline="-25000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endParaRPr b="1" baseline="-25000" sz="280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p:grpSp>
        <p:sp>
          <p:nvSpPr>
            <p:cNvPr id="171" name="Google Shape;171;p30"/>
            <p:cNvSpPr/>
            <p:nvPr/>
          </p:nvSpPr>
          <p:spPr>
            <a:xfrm>
              <a:off x="4088950" y="2457475"/>
              <a:ext cx="982200" cy="68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700">
                  <a:latin typeface="Cambria Math"/>
                  <a:ea typeface="Cambria Math"/>
                  <a:cs typeface="Cambria Math"/>
                  <a:sym typeface="Cambria Math"/>
                </a:rPr>
                <a:t>V</a:t>
              </a:r>
              <a:r>
                <a:rPr b="1" baseline="-25000" lang="en-GB" sz="2700">
                  <a:latin typeface="Cambria Math"/>
                  <a:ea typeface="Cambria Math"/>
                  <a:cs typeface="Cambria Math"/>
                  <a:sym typeface="Cambria Math"/>
                </a:rPr>
                <a:t>t-1</a:t>
              </a:r>
              <a:endParaRPr b="1" baseline="-25000" sz="2700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1" title="Screenshot 2025-03-22 at 11.2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425"/>
            <a:ext cx="112395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31"/>
          <p:cNvGrpSpPr/>
          <p:nvPr/>
        </p:nvGrpSpPr>
        <p:grpSpPr>
          <a:xfrm>
            <a:off x="4354464" y="554750"/>
            <a:ext cx="4619986" cy="1522075"/>
            <a:chOff x="2309000" y="1906488"/>
            <a:chExt cx="5602699" cy="2116050"/>
          </a:xfrm>
        </p:grpSpPr>
        <p:grpSp>
          <p:nvGrpSpPr>
            <p:cNvPr id="178" name="Google Shape;178;p31"/>
            <p:cNvGrpSpPr/>
            <p:nvPr/>
          </p:nvGrpSpPr>
          <p:grpSpPr>
            <a:xfrm>
              <a:off x="2309000" y="1906488"/>
              <a:ext cx="5602699" cy="2116050"/>
              <a:chOff x="2309000" y="1906488"/>
              <a:chExt cx="5602699" cy="2116050"/>
            </a:xfrm>
          </p:grpSpPr>
          <p:pic>
            <p:nvPicPr>
              <p:cNvPr id="179" name="Google Shape;179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8424" r="0" t="11590"/>
              <a:stretch/>
            </p:blipFill>
            <p:spPr>
              <a:xfrm>
                <a:off x="2309014" y="1906488"/>
                <a:ext cx="5602686" cy="211605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80" name="Google Shape;180;p31"/>
              <p:cNvSpPr/>
              <p:nvPr/>
            </p:nvSpPr>
            <p:spPr>
              <a:xfrm>
                <a:off x="2309000" y="2592525"/>
                <a:ext cx="822600" cy="466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V</a:t>
                </a:r>
                <a:r>
                  <a:rPr b="1" baseline="-25000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endParaRPr b="1" baseline="-25000" sz="280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p:grpSp>
        <p:sp>
          <p:nvSpPr>
            <p:cNvPr id="181" name="Google Shape;181;p31"/>
            <p:cNvSpPr/>
            <p:nvPr/>
          </p:nvSpPr>
          <p:spPr>
            <a:xfrm>
              <a:off x="4088950" y="2457475"/>
              <a:ext cx="982200" cy="68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700">
                  <a:latin typeface="Cambria Math"/>
                  <a:ea typeface="Cambria Math"/>
                  <a:cs typeface="Cambria Math"/>
                  <a:sym typeface="Cambria Math"/>
                </a:rPr>
                <a:t>V</a:t>
              </a:r>
              <a:r>
                <a:rPr b="1" baseline="-25000" lang="en-GB" sz="2700">
                  <a:latin typeface="Cambria Math"/>
                  <a:ea typeface="Cambria Math"/>
                  <a:cs typeface="Cambria Math"/>
                  <a:sym typeface="Cambria Math"/>
                </a:rPr>
                <a:t>t-1</a:t>
              </a:r>
              <a:endParaRPr b="1" baseline="-25000" sz="2700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pic>
        <p:nvPicPr>
          <p:cNvPr id="182" name="Google Shape;182;p31" title="Screenshot 2025-03-22 at 11.30.10 AM.png"/>
          <p:cNvPicPr preferRelativeResize="0"/>
          <p:nvPr/>
        </p:nvPicPr>
        <p:blipFill rotWithShape="1">
          <a:blip r:embed="rId5">
            <a:alphaModFix/>
          </a:blip>
          <a:srcRect b="0" l="20936" r="0" t="0"/>
          <a:stretch/>
        </p:blipFill>
        <p:spPr>
          <a:xfrm>
            <a:off x="762250" y="1394475"/>
            <a:ext cx="1656493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 title="Screenshot 2025-03-22 at 11.53.00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756575"/>
            <a:ext cx="3390924" cy="5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/>
          <p:nvPr/>
        </p:nvSpPr>
        <p:spPr>
          <a:xfrm>
            <a:off x="185300" y="296975"/>
            <a:ext cx="3927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1326950" y="934825"/>
            <a:ext cx="3420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2" title="Screenshot 2025-03-22 at 11.2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425"/>
            <a:ext cx="112395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32"/>
          <p:cNvGrpSpPr/>
          <p:nvPr/>
        </p:nvGrpSpPr>
        <p:grpSpPr>
          <a:xfrm>
            <a:off x="4354464" y="554750"/>
            <a:ext cx="4619986" cy="1522075"/>
            <a:chOff x="2309000" y="1906488"/>
            <a:chExt cx="5602699" cy="2116050"/>
          </a:xfrm>
        </p:grpSpPr>
        <p:grpSp>
          <p:nvGrpSpPr>
            <p:cNvPr id="192" name="Google Shape;192;p32"/>
            <p:cNvGrpSpPr/>
            <p:nvPr/>
          </p:nvGrpSpPr>
          <p:grpSpPr>
            <a:xfrm>
              <a:off x="2309000" y="1906488"/>
              <a:ext cx="5602699" cy="2116050"/>
              <a:chOff x="2309000" y="1906488"/>
              <a:chExt cx="5602699" cy="2116050"/>
            </a:xfrm>
          </p:grpSpPr>
          <p:pic>
            <p:nvPicPr>
              <p:cNvPr id="193" name="Google Shape;193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8424" r="0" t="11590"/>
              <a:stretch/>
            </p:blipFill>
            <p:spPr>
              <a:xfrm>
                <a:off x="2309014" y="1906488"/>
                <a:ext cx="5602686" cy="211605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94" name="Google Shape;194;p32"/>
              <p:cNvSpPr/>
              <p:nvPr/>
            </p:nvSpPr>
            <p:spPr>
              <a:xfrm>
                <a:off x="2309000" y="2592525"/>
                <a:ext cx="822600" cy="466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V</a:t>
                </a:r>
                <a:r>
                  <a:rPr b="1" baseline="-25000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endParaRPr b="1" baseline="-25000" sz="280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p:grpSp>
        <p:sp>
          <p:nvSpPr>
            <p:cNvPr id="195" name="Google Shape;195;p32"/>
            <p:cNvSpPr/>
            <p:nvPr/>
          </p:nvSpPr>
          <p:spPr>
            <a:xfrm>
              <a:off x="4088950" y="2457475"/>
              <a:ext cx="982200" cy="68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700">
                  <a:latin typeface="Cambria Math"/>
                  <a:ea typeface="Cambria Math"/>
                  <a:cs typeface="Cambria Math"/>
                  <a:sym typeface="Cambria Math"/>
                </a:rPr>
                <a:t>V</a:t>
              </a:r>
              <a:r>
                <a:rPr b="1" baseline="-25000" lang="en-GB" sz="2700">
                  <a:latin typeface="Cambria Math"/>
                  <a:ea typeface="Cambria Math"/>
                  <a:cs typeface="Cambria Math"/>
                  <a:sym typeface="Cambria Math"/>
                </a:rPr>
                <a:t>t-1</a:t>
              </a:r>
              <a:endParaRPr b="1" baseline="-25000" sz="2700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pic>
        <p:nvPicPr>
          <p:cNvPr id="196" name="Google Shape;196;p32" title="Screenshot 2025-03-22 at 11.30.10 AM.png"/>
          <p:cNvPicPr preferRelativeResize="0"/>
          <p:nvPr/>
        </p:nvPicPr>
        <p:blipFill rotWithShape="1">
          <a:blip r:embed="rId5">
            <a:alphaModFix/>
          </a:blip>
          <a:srcRect b="0" l="20936" r="0" t="0"/>
          <a:stretch/>
        </p:blipFill>
        <p:spPr>
          <a:xfrm>
            <a:off x="762250" y="1394475"/>
            <a:ext cx="1656493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 title="Screenshot 2025-03-22 at 11.41.41 AM.png"/>
          <p:cNvPicPr preferRelativeResize="0"/>
          <p:nvPr/>
        </p:nvPicPr>
        <p:blipFill rotWithShape="1">
          <a:blip r:embed="rId6">
            <a:alphaModFix/>
          </a:blip>
          <a:srcRect b="0" l="7253" r="39727" t="0"/>
          <a:stretch/>
        </p:blipFill>
        <p:spPr>
          <a:xfrm>
            <a:off x="676350" y="2712900"/>
            <a:ext cx="3169325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 title="Screenshot 2025-03-22 at 11.53.00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756575"/>
            <a:ext cx="3390924" cy="5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 title="Screenshot 2025-03-22 at 11.53.05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5413" y="1960726"/>
            <a:ext cx="3264900" cy="7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 title="Screenshot 2025-03-22 at 11.41.41 AM.png"/>
          <p:cNvPicPr preferRelativeResize="0"/>
          <p:nvPr/>
        </p:nvPicPr>
        <p:blipFill rotWithShape="1">
          <a:blip r:embed="rId6">
            <a:alphaModFix/>
          </a:blip>
          <a:srcRect b="0" l="60097" r="0" t="0"/>
          <a:stretch/>
        </p:blipFill>
        <p:spPr>
          <a:xfrm>
            <a:off x="3845672" y="2663950"/>
            <a:ext cx="2385225" cy="5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/>
          <p:nvPr/>
        </p:nvSpPr>
        <p:spPr>
          <a:xfrm>
            <a:off x="283650" y="934825"/>
            <a:ext cx="3927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/>
          <p:nvPr/>
        </p:nvSpPr>
        <p:spPr>
          <a:xfrm>
            <a:off x="1276350" y="2161050"/>
            <a:ext cx="3420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3" title="Screenshot 2025-03-22 at 11.2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425"/>
            <a:ext cx="112395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33"/>
          <p:cNvGrpSpPr/>
          <p:nvPr/>
        </p:nvGrpSpPr>
        <p:grpSpPr>
          <a:xfrm>
            <a:off x="4354464" y="554750"/>
            <a:ext cx="4619986" cy="1522075"/>
            <a:chOff x="2309000" y="1906488"/>
            <a:chExt cx="5602699" cy="2116050"/>
          </a:xfrm>
        </p:grpSpPr>
        <p:grpSp>
          <p:nvGrpSpPr>
            <p:cNvPr id="209" name="Google Shape;209;p33"/>
            <p:cNvGrpSpPr/>
            <p:nvPr/>
          </p:nvGrpSpPr>
          <p:grpSpPr>
            <a:xfrm>
              <a:off x="2309000" y="1906488"/>
              <a:ext cx="5602699" cy="2116050"/>
              <a:chOff x="2309000" y="1906488"/>
              <a:chExt cx="5602699" cy="2116050"/>
            </a:xfrm>
          </p:grpSpPr>
          <p:pic>
            <p:nvPicPr>
              <p:cNvPr id="210" name="Google Shape;210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8424" r="0" t="11590"/>
              <a:stretch/>
            </p:blipFill>
            <p:spPr>
              <a:xfrm>
                <a:off x="2309014" y="1906488"/>
                <a:ext cx="5602686" cy="211605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211" name="Google Shape;211;p33"/>
              <p:cNvSpPr/>
              <p:nvPr/>
            </p:nvSpPr>
            <p:spPr>
              <a:xfrm>
                <a:off x="2309000" y="2592525"/>
                <a:ext cx="822600" cy="466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V</a:t>
                </a:r>
                <a:r>
                  <a:rPr b="1" baseline="-25000" lang="en-GB" sz="2800"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endParaRPr b="1" baseline="-25000" sz="280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p:grpSp>
        <p:sp>
          <p:nvSpPr>
            <p:cNvPr id="212" name="Google Shape;212;p33"/>
            <p:cNvSpPr/>
            <p:nvPr/>
          </p:nvSpPr>
          <p:spPr>
            <a:xfrm>
              <a:off x="4088950" y="2457475"/>
              <a:ext cx="982200" cy="68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700">
                  <a:latin typeface="Cambria Math"/>
                  <a:ea typeface="Cambria Math"/>
                  <a:cs typeface="Cambria Math"/>
                  <a:sym typeface="Cambria Math"/>
                </a:rPr>
                <a:t>V</a:t>
              </a:r>
              <a:r>
                <a:rPr b="1" baseline="-25000" lang="en-GB" sz="2700">
                  <a:latin typeface="Cambria Math"/>
                  <a:ea typeface="Cambria Math"/>
                  <a:cs typeface="Cambria Math"/>
                  <a:sym typeface="Cambria Math"/>
                </a:rPr>
                <a:t>t-1</a:t>
              </a:r>
              <a:endParaRPr b="1" baseline="-25000" sz="2700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pic>
        <p:nvPicPr>
          <p:cNvPr id="213" name="Google Shape;213;p33" title="Screenshot 2025-03-22 at 11.30.10 AM.png"/>
          <p:cNvPicPr preferRelativeResize="0"/>
          <p:nvPr/>
        </p:nvPicPr>
        <p:blipFill rotWithShape="1">
          <a:blip r:embed="rId5">
            <a:alphaModFix/>
          </a:blip>
          <a:srcRect b="0" l="20936" r="0" t="0"/>
          <a:stretch/>
        </p:blipFill>
        <p:spPr>
          <a:xfrm>
            <a:off x="762250" y="1394475"/>
            <a:ext cx="1656493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 title="Screenshot 2025-03-22 at 11.41.41 AM.png"/>
          <p:cNvPicPr preferRelativeResize="0"/>
          <p:nvPr/>
        </p:nvPicPr>
        <p:blipFill rotWithShape="1">
          <a:blip r:embed="rId6">
            <a:alphaModFix/>
          </a:blip>
          <a:srcRect b="0" l="7253" r="39727" t="0"/>
          <a:stretch/>
        </p:blipFill>
        <p:spPr>
          <a:xfrm>
            <a:off x="676350" y="2712900"/>
            <a:ext cx="3169325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 title="Screenshot 2025-03-22 at 11.53.00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756575"/>
            <a:ext cx="3390924" cy="5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 title="Screenshot 2025-03-22 at 11.53.05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5413" y="1960726"/>
            <a:ext cx="3264900" cy="7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3" title="Screenshot 2025-03-22 at 11.41.41 AM.png"/>
          <p:cNvPicPr preferRelativeResize="0"/>
          <p:nvPr/>
        </p:nvPicPr>
        <p:blipFill rotWithShape="1">
          <a:blip r:embed="rId6">
            <a:alphaModFix/>
          </a:blip>
          <a:srcRect b="0" l="60097" r="0" t="0"/>
          <a:stretch/>
        </p:blipFill>
        <p:spPr>
          <a:xfrm>
            <a:off x="3845672" y="2663950"/>
            <a:ext cx="2385225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 title="Screenshot 2025-03-22 at 11.41.45 AM.png"/>
          <p:cNvPicPr preferRelativeResize="0"/>
          <p:nvPr/>
        </p:nvPicPr>
        <p:blipFill rotWithShape="1">
          <a:blip r:embed="rId9">
            <a:alphaModFix/>
          </a:blip>
          <a:srcRect b="0" l="60322" r="0" t="0"/>
          <a:stretch/>
        </p:blipFill>
        <p:spPr>
          <a:xfrm>
            <a:off x="713607" y="4290038"/>
            <a:ext cx="3602800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 title="Screenshot 2025-03-22 at 11.41.45 AM.png"/>
          <p:cNvPicPr preferRelativeResize="0"/>
          <p:nvPr/>
        </p:nvPicPr>
        <p:blipFill rotWithShape="1">
          <a:blip r:embed="rId9">
            <a:alphaModFix/>
          </a:blip>
          <a:srcRect b="-10" l="4715" r="39614" t="0"/>
          <a:stretch/>
        </p:blipFill>
        <p:spPr>
          <a:xfrm>
            <a:off x="713600" y="3831975"/>
            <a:ext cx="5055049" cy="4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3" title="Screenshot 2025-03-22 at 11.56.29 A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5425" y="3373911"/>
            <a:ext cx="3090953" cy="4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/>
          <p:nvPr/>
        </p:nvSpPr>
        <p:spPr>
          <a:xfrm>
            <a:off x="369550" y="2106988"/>
            <a:ext cx="3927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1276350" y="3325738"/>
            <a:ext cx="342000" cy="41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4" title="Screenshot 2025-03-22 at 11.2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425"/>
            <a:ext cx="112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 title="Screenshot 2025-03-22 at 11.30.10 AM.png"/>
          <p:cNvPicPr preferRelativeResize="0"/>
          <p:nvPr/>
        </p:nvPicPr>
        <p:blipFill rotWithShape="1">
          <a:blip r:embed="rId4">
            <a:alphaModFix/>
          </a:blip>
          <a:srcRect b="0" l="20936" r="0" t="0"/>
          <a:stretch/>
        </p:blipFill>
        <p:spPr>
          <a:xfrm>
            <a:off x="762250" y="1394475"/>
            <a:ext cx="1656493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 title="Screenshot 2025-03-22 at 11.41.41 AM.png"/>
          <p:cNvPicPr preferRelativeResize="0"/>
          <p:nvPr/>
        </p:nvPicPr>
        <p:blipFill rotWithShape="1">
          <a:blip r:embed="rId5">
            <a:alphaModFix/>
          </a:blip>
          <a:srcRect b="0" l="7253" r="39727" t="0"/>
          <a:stretch/>
        </p:blipFill>
        <p:spPr>
          <a:xfrm>
            <a:off x="676350" y="2712900"/>
            <a:ext cx="3169325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 title="Screenshot 2025-03-22 at 11.53.00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756575"/>
            <a:ext cx="3390924" cy="5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 title="Screenshot 2025-03-22 at 11.53.05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413" y="1960726"/>
            <a:ext cx="3264900" cy="7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 title="Screenshot 2025-03-22 at 11.41.41 AM.png"/>
          <p:cNvPicPr preferRelativeResize="0"/>
          <p:nvPr/>
        </p:nvPicPr>
        <p:blipFill rotWithShape="1">
          <a:blip r:embed="rId5">
            <a:alphaModFix/>
          </a:blip>
          <a:srcRect b="0" l="60097" r="0" t="0"/>
          <a:stretch/>
        </p:blipFill>
        <p:spPr>
          <a:xfrm>
            <a:off x="3845672" y="2663950"/>
            <a:ext cx="2385225" cy="5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4" title="Screenshot 2025-03-22 at 11.41.45 AM.png"/>
          <p:cNvPicPr preferRelativeResize="0"/>
          <p:nvPr/>
        </p:nvPicPr>
        <p:blipFill rotWithShape="1">
          <a:blip r:embed="rId8">
            <a:alphaModFix/>
          </a:blip>
          <a:srcRect b="0" l="60322" r="0" t="0"/>
          <a:stretch/>
        </p:blipFill>
        <p:spPr>
          <a:xfrm>
            <a:off x="713607" y="4290038"/>
            <a:ext cx="3602800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 title="Screenshot 2025-03-22 at 11.41.45 AM.png"/>
          <p:cNvPicPr preferRelativeResize="0"/>
          <p:nvPr/>
        </p:nvPicPr>
        <p:blipFill rotWithShape="1">
          <a:blip r:embed="rId8">
            <a:alphaModFix/>
          </a:blip>
          <a:srcRect b="-10" l="4715" r="39614" t="0"/>
          <a:stretch/>
        </p:blipFill>
        <p:spPr>
          <a:xfrm>
            <a:off x="713600" y="3831975"/>
            <a:ext cx="5055049" cy="4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 title="Screenshot 2025-03-22 at 11.56.29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5425" y="3373911"/>
            <a:ext cx="3090953" cy="4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 title="Screenshot 2025-03-22 at 11.35.28 A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55450" y="707625"/>
            <a:ext cx="1828800" cy="4762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5" title="Screenshot 2025-03-22 at 11.35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50" y="845225"/>
            <a:ext cx="18288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 title="Screenshot 2025-03-22 at 11.46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50" y="2836475"/>
            <a:ext cx="8839199" cy="626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 title="Screenshot 2025-03-22 at 11.46.5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850" y="1601934"/>
            <a:ext cx="320040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44" y="0"/>
            <a:ext cx="83537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50" y="1070325"/>
            <a:ext cx="6850899" cy="31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